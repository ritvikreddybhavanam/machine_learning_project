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035cce6f-4f3d-4c63-9e0d-99f49d586172.fntdata" /><ns0:Relationship Id="rIdFont18" Type="http://schemas.openxmlformats.org/officeDocument/2006/relationships/font" Target="fonts/76c538f0-f0f3-47d5-9441-f0179184f45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71775" y="4604295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06041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MACHINE LEARNING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29891"/>
            <a:ext cx="8601075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Bollywood Box Office Revenue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08933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Predicting film financial performance and box office success using structured regression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561433"/>
            <a:ext cx="2131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PRESENTER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751933"/>
            <a:ext cx="2131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Ritvik Reddy Bhavanam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6100" y="4561433"/>
            <a:ext cx="1266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ROLL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6100" y="4751933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2520030283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9670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0813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0813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310038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4624" y="321468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99" y="3214687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Problem Definition &amp;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429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Addressing high financial risks in the film industry through quantitative forecasting.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6147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967162"/>
            <a:ext cx="28448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Accurately forecast total box office collection (Revenue in INR) prior to theatrical release based on pre-production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Enable producers and distributors to optimize production budgets, screen allocations, and distribution timing.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Target 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Continuous numerical prediction of theatrical revenue in Indian Rupees (`Revenue(INR)`).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77767" y="2738437"/>
            <a:ext cx="5952232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362200"/>
            <a:ext cx="4372867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467100"/>
            <a:ext cx="4372867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572000"/>
            <a:ext cx="4372867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362200"/>
            <a:ext cx="38100" cy="914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467100"/>
            <a:ext cx="38100" cy="9144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4572000"/>
            <a:ext cx="38100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192" y="3524250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192" y="3876675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192" y="422910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192" y="4581525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Dataset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429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Repository Source: `Data_for_repository.csv` containing historical movie releases.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0192" y="3090862"/>
            <a:ext cx="63618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Feature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2590800"/>
            <a:ext cx="508930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2828925"/>
            <a:ext cx="48469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1,698 Rows × 14 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3695700"/>
            <a:ext cx="508930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Data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3933825"/>
            <a:ext cx="48469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Plus Jakarta Sans"/>
              </a:rPr>
              <a:t>0 Missing Values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4800600"/>
            <a:ext cx="508930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Data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5038725"/>
            <a:ext cx="48469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Plus Jakarta Sans"/>
              </a:rPr>
              <a:t>2 Duplicate Records Removed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892" y="3500437"/>
            <a:ext cx="609510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Numerical: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Budget, Screen Counts,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892" y="3852862"/>
            <a:ext cx="609510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Categorical: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Movie Genre, Release Period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892" y="4205287"/>
            <a:ext cx="609510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Binary Flags: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Franchise status, Remake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892" y="4557712"/>
            <a:ext cx="609510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Identifiers: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Movie Name (Dropped for modeling)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Data Understanding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429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Analyzing feature ranges and statistical distributions across historical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343275"/>
            <a:ext cx="343699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₹8.01B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848100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Max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143375"/>
            <a:ext cx="28448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Wide variance from micro-budget indie projects to blockbusters.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1274" y="3343275"/>
            <a:ext cx="343699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6A34A"/>
                </a:solidFill>
                <a:latin typeface="Plus Jakarta Sans"/>
              </a:rPr>
              <a:t>4,600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1274" y="3848100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Max Screen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1274" y="4143375"/>
            <a:ext cx="28448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Mass distribution scale directly dictates earning potential.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224" y="3343275"/>
            <a:ext cx="343699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97706"/>
                </a:solidFill>
                <a:latin typeface="Plus Jakarta Sans"/>
              </a:rPr>
              <a:t>₹2.10B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48100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Max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43375"/>
            <a:ext cx="28448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Continuous target variable representing recorded box office earnings.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Exploratory Data Analysis (EDA)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429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Uncovering distributions across film genres and release windows.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343275"/>
            <a:ext cx="343699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639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848100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Drama Films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143375"/>
            <a:ext cx="28448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Represents the dominant genre category in the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1274" y="3343275"/>
            <a:ext cx="343699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6A34A"/>
                </a:solidFill>
                <a:latin typeface="Plus Jakarta Sans"/>
              </a:rPr>
              <a:t>1,064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1274" y="3848100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Normal Releases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1274" y="4143375"/>
            <a:ext cx="28448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Compared against 634 holiday releases tracked in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224" y="3343275"/>
            <a:ext cx="343699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97706"/>
                </a:solidFill>
                <a:latin typeface="Plus Jakarta Sans"/>
              </a:rPr>
              <a:t>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48100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Screen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43375"/>
            <a:ext cx="28448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High positive correlation between screens, budget, and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71800"/>
            <a:ext cx="51625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971800"/>
            <a:ext cx="51625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686175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038600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391025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3686175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40386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4391025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Preprocessing &amp;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429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Preparing structured variables for robust machine learning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86125"/>
            <a:ext cx="59507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Cleaning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286125"/>
            <a:ext cx="5610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Categorical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657600"/>
            <a:ext cx="566737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Dropped 2 duplicate entries to prevent training bias.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010025"/>
            <a:ext cx="566737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Handled budget and revenue distribution skews.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362450"/>
            <a:ext cx="566737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Validated zero missing values across columns.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3657600"/>
            <a:ext cx="561022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Converted genre classifications into numerical formats.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4010025"/>
            <a:ext cx="561022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Encoded release periods (Normal vs Holiday).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4362450"/>
            <a:ext cx="561022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Standardized binary feature flags for franchises.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813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0813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0813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321468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4624" y="321468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386" y="3214687"/>
            <a:ext cx="1428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Feature Engineering &amp;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429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Isolating high-impact predictors while removing noise variables.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Retained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Budget, Screen Count, Genre, Release Period, Franchise status, and Remake indicators.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Dropped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`Movie_Name` removed to prevent memorization and ensure strong model generalization.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Interaction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Engineered budget-to-screen ratios to improve explanatory power of regressors.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813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0813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0813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321468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4624" y="321468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574" y="321468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Model Training &amp;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429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Rigorous testing frameworks and algorithm application.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80/20 Partition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Data split into training set for learning patterns and testing set for unseen film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Regression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Tested Linear Regression, Decision Trees, Random Forest, and Gradient Boosting regressors.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Overfitting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Applied hyperparameter tuning and cross-validation to ensure stable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305050"/>
            <a:ext cx="3378249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813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0813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0813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387" y="3214687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337" y="3214687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286" y="3214687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Model Evaluation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429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Benchmarking prediction accuracy using standard regression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R²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Measures the proportion of variance in box office revenue explained by model features.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RMSE &amp; 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Quantifies average magnitude of prediction errors in Indian Rupees (INR).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729037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Best Performer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081462"/>
            <a:ext cx="28448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Ensemble tree models captured non-linear scaling better than standard linear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76662" y="3676650"/>
            <a:ext cx="2828925" cy="981075"/>
          </a:xfrm>
          <a:prstGeom prst="roundRect">
            <a:avLst>
              <a:gd name="adj" fmla="val 116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96087" y="3676650"/>
            <a:ext cx="1619250" cy="981075"/>
          </a:xfrm>
          <a:prstGeom prst="roundRect">
            <a:avLst>
              <a:gd name="adj" fmla="val 116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39342" y="2200275"/>
            <a:ext cx="6513314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FFFFFF"/>
                </a:solidFill>
                <a:latin typeface="Plus Jakarta Sans"/>
              </a:rPr>
              <a:t>Deployment &amp; Future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2781300"/>
            <a:ext cx="8334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Serialized via Pickle/Joblib for integration into real-time web applications to assist filmmakers in box office forecasting.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1203" y="39528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8BDF8"/>
                </a:solidFill>
                <a:latin typeface="Plus Jakarta San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11203" y="4162425"/>
            <a:ext cx="25598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Model Ready &amp; Serialized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3737" y="3952875"/>
            <a:ext cx="1123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8BDF8"/>
                </a:solidFill>
                <a:latin typeface="Plus Jakarta Sans"/>
              </a:rPr>
              <a:t>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3737" y="4162425"/>
            <a:ext cx="11239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